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1: Introduction to AI Agents for Content Generation**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**Overview of AI Agents**: AI agents are software programs that use machine learning and natural language processing techniques to generate humanlike content.</a:t>
            </a:r>
          </a:p>
          <a:p>
            <a:r>
              <a:t>**Types of AI Agents**: There are two main types of AI agents: generative adversarial networks (GANs) and transformerbased models, each with its own strengths and weaknesses.</a:t>
            </a:r>
          </a:p>
          <a:p>
            <a:r>
              <a:t>**Applications of AI Agents**: AI agents can be used for various content generation tasks, including text, image, and video creation.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2: Benefits of Using AI Agents for Content Generation**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**Increased Efficiency**: AI agents can generate highquality content much faster than human writers, making them ideal for businesses that need a high volume of content.</a:t>
            </a:r>
          </a:p>
          <a:p>
            <a:r>
              <a:t>**Personalization**: AI agents can create personalized content based on user preferences and behavior, improving engagement and conversion rates.</a:t>
            </a:r>
          </a:p>
          <a:p>
            <a:r>
              <a:t>**CostEffective**: AI agents can reduce content creation costs by automating the process and freeing up human writers to focus on higherlevel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3: Challenges and Future Developments in AI Agents for Content Generation**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**Limited Creativity**: AI agents can struggle to generate creative content that is unique and original, requiring human intervention to refine and perfect.</a:t>
            </a:r>
          </a:p>
          <a:p>
            <a:r>
              <a:t>**Ethical Concerns**: AI agents raise ethical concerns around authorship and accountability, as it can be difficult to determine who is responsible for the content generated.</a:t>
            </a:r>
          </a:p>
          <a:p>
            <a:r>
              <a:t>**Improved Performance**: Future developments in AI agents are focused on improving their performance, including better understanding of context, nuance, and emotional expression.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