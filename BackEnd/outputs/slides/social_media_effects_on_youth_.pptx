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Here are four presentation slides about the effects of social media on youth: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1: Social Media Addiction in Youth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Spending excessive amounts of time on social media can lead to addiction, causing negative effects on mental and physical health.</a:t>
            </a:r>
          </a:p>
          <a:p>
            <a:pPr>
              <a:defRPr sz="2400"/>
            </a:pPr>
            <a:r>
              <a:t>Constantly comparing oneself to others on social media can create feelings of inadequacy and low selfesteem.</a:t>
            </a:r>
          </a:p>
          <a:p>
            <a:pPr>
              <a:defRPr sz="2400"/>
            </a:pPr>
            <a:r>
              <a:t>Social media addiction can also negatively impact relationships with friends and family, reducing facetoface interactions.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2: Mental Health Concerns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Social media can contribute to the development of mental health concerns such as depression, anxiety, and bipolar disorder.</a:t>
            </a:r>
          </a:p>
          <a:p>
            <a:pPr>
              <a:defRPr sz="2400"/>
            </a:pPr>
            <a:r>
              <a:t>Excessive social media use has been linked to an increased risk of suicidal thoughts and behaviors.</a:t>
            </a:r>
          </a:p>
          <a:p>
            <a:pPr>
              <a:defRPr sz="2400"/>
            </a:pPr>
            <a:r>
              <a:t>Cyberbullying on social media can be especially damaging to young people's mental health.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3: Physical Health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Excessive screen time and social media use can lead to a sedentary lifestyle, contributing to obesity and other physical health problems.</a:t>
            </a:r>
          </a:p>
          <a:p>
            <a:pPr>
              <a:defRPr sz="2400"/>
            </a:pPr>
            <a:r>
              <a:t>Social media can create unrealistic beauty standards, promoting low selfesteem and body dissatisfaction.</a:t>
            </a:r>
          </a:p>
          <a:p>
            <a:pPr>
              <a:defRPr sz="2400"/>
            </a:pPr>
            <a:r>
              <a:t>Sleep disturbances caused by social media use can also negatively impact physical health.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4: Academic and Social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Excessive social media use can negatively impact academic performance, reducing productivity and focus.</a:t>
            </a:r>
          </a:p>
          <a:p>
            <a:pPr>
              <a:defRPr sz="2400"/>
            </a:pPr>
            <a:r>
              <a:t>Social media can create a culture of social comparison, leading to feelings of inadequacy and decreased social participation.</a:t>
            </a:r>
          </a:p>
          <a:p>
            <a:pPr>
              <a:defRPr sz="2400"/>
            </a:pPr>
            <a:r>
              <a:t>Social media can also affect selfesteem and body image, leading to decreased selfconfidence and selfefficacy.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