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1" r:id="rId1"/>
  </p:sldMasterIdLst>
  <p:sldIdLst>
    <p:sldId id="256" r:id="rId2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4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6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18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4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17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61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1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9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9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7589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199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1052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49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85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06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94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: Introduction To Cloud Computing**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LearnLift -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 Benefits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Reduced costs: Payasyougo pricing model eliminates the need for upfront capital expenditures.</a:t>
            </a:r>
          </a:p>
          <a:p>
            <a:pPr>
              <a:defRPr sz="2400"/>
            </a:pPr>
            <a:r>
              <a:t>Increased flexibility: Scalable resources can be quickly provisioned to meet changing business needs.</a:t>
            </a:r>
          </a:p>
          <a:p>
            <a:pPr>
              <a:defRPr sz="2400"/>
            </a:pPr>
            <a:r>
              <a:t>Enhanced collaboration: Secure and reliable access to data and applications from anywhere, at any time.</a:t>
            </a:r>
          </a:p>
          <a:p>
            <a:pPr>
              <a:defRPr sz="24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 Cloud Computing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200"/>
            </a:pPr>
            <a:r>
              <a:t>Public Cloud: Ondemand access to shared resources, managed by a thirdparty provider.</a:t>
            </a:r>
          </a:p>
          <a:p>
            <a:pPr>
              <a:defRPr sz="2200"/>
            </a:pPr>
            <a:r>
              <a:t>Private Cloud: Dedicated resources for a single organization, managed internally or by a thirdparty provider.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200"/>
            </a:pPr>
            <a:r>
              <a:t>Hybrid Cloud: Combination of public and private clouds, allowing for seamless integration and data transfer.</a:t>
            </a:r>
          </a:p>
          <a:p>
            <a:pPr>
              <a:defRPr sz="22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 Key Cloud Computing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latin typeface="Calibri"/>
              </a:defRPr>
            </a:pPr>
            <a:r>
              <a:t>Virtualization: Allows multiple virtual machines to run on a single physical server.</a:t>
            </a:r>
          </a:p>
          <a:p>
            <a:pPr>
              <a:spcAft>
                <a:spcPts val="1200"/>
              </a:spcAft>
              <a:defRPr sz="2400" b="0">
                <a:latin typeface="Calibri"/>
              </a:defRPr>
            </a:pPr>
            <a:r>
              <a:t>Containerization: Packages applications and their dependencies into a single container for easy deployment.</a:t>
            </a:r>
          </a:p>
          <a:p>
            <a:pPr>
              <a:spcAft>
                <a:spcPts val="1200"/>
              </a:spcAft>
              <a:defRPr sz="2400" b="0">
                <a:latin typeface="Calibri"/>
              </a:defRPr>
            </a:pPr>
            <a:r>
              <a:t>Serverless Computing: Enables applications to run without provisioning or managing servers.</a:t>
            </a:r>
          </a:p>
        </p:txBody>
      </p:sp>
      <p:pic>
        <p:nvPicPr>
          <p:cNvPr id="4" name="Picture 3" descr="Cloud_Computing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Wisp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4</cp:revision>
  <dcterms:created xsi:type="dcterms:W3CDTF">2026-03-15T18:22:13Z</dcterms:created>
  <dcterms:modified xsi:type="dcterms:W3CDTF">2026-03-15T18:27:52Z</dcterms:modified>
</cp:coreProperties>
</file>