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87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23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60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35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777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62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25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2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91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097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423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420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854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761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428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958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607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153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Here'S A 5-Slide  On Core Java: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LearnLift -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 Introduction to Core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Core Java is a set of libraries and APIs that provide a wide range of facilities for building applications, including input/output, networking, security, and more.</a:t>
            </a:r>
          </a:p>
          <a:p>
            <a:pPr>
              <a:defRPr sz="2400"/>
            </a:pPr>
            <a:r>
              <a:t>Core Java is also known as Java Standard Edition (Java SE), which is the foundation for most Java applications.</a:t>
            </a:r>
          </a:p>
          <a:p>
            <a:pPr>
              <a:defRPr sz="2400"/>
            </a:pPr>
            <a:r>
              <a:t>The Java Development Kit (JDK) provides the tools and libraries needed to develop Java applications.</a:t>
            </a:r>
          </a:p>
          <a:p>
            <a:pPr>
              <a:defRPr sz="24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 Fundamental Concepts in Core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200"/>
            </a:pPr>
            <a:r>
              <a:t>Variables and Data Types: Core Java deals with various data types such as primitive types (int, char, etc.) and reference types (string, array, etc.).</a:t>
            </a:r>
          </a:p>
          <a:p>
            <a:pPr>
              <a:defRPr sz="2200"/>
            </a:pPr>
            <a:r>
              <a:t>Operators: Arithmetic operators, comparison operators, logical operators, etc.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200"/>
            </a:pPr>
            <a:r>
              <a:t>Control Structures: Conditional statements (ifelse, switch), loops (for, while), and jump statements (break, continue, etc.).</a:t>
            </a:r>
          </a:p>
          <a:p>
            <a:pPr>
              <a:defRPr sz="22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 Classes, Objects and Inheritance in Core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latin typeface="Calibri"/>
              </a:defRPr>
            </a:pPr>
            <a:r>
              <a:t>Classes and Objects: Inheritance, encapsulation, and polymorphism are essential concepts in Core Java.</a:t>
            </a:r>
          </a:p>
          <a:p>
            <a:pPr>
              <a:spcAft>
                <a:spcPts val="1200"/>
              </a:spcAft>
              <a:defRPr sz="2400" b="0">
                <a:latin typeface="Calibri"/>
              </a:defRPr>
            </a:pPr>
            <a:r>
              <a:t>Constructors and this Keyword: Constructors are used to initialize objects with specific values.</a:t>
            </a:r>
          </a:p>
          <a:p>
            <a:pPr>
              <a:spcAft>
                <a:spcPts val="1200"/>
              </a:spcAft>
              <a:defRPr sz="2400" b="0">
                <a:latin typeface="Calibri"/>
              </a:defRPr>
            </a:pPr>
            <a:r>
              <a:t>Inheritance: Inheritance allows one class to inherit the properties and methods of another class.</a:t>
            </a:r>
          </a:p>
          <a:p>
            <a:pPr>
              <a:spcAft>
                <a:spcPts val="1200"/>
              </a:spcAft>
              <a:defRPr sz="2400" b="0">
                <a:latin typeface="Calibri"/>
              </a:defRPr>
            </a:pPr>
          </a:p>
        </p:txBody>
      </p:sp>
      <p:pic>
        <p:nvPicPr>
          <p:cNvPr id="4" name="Picture 3" descr="Core_Java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 Encapsulation and Abstraction in Core Java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43200"/>
            <a:ext cx="2926080" cy="1828800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/>
            </a:pPr>
            <a:r>
              <a:t>Encapsulation: Encapsulation is a concept where an object's internal details are hidden from the outside world.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2743200"/>
            <a:ext cx="2926080" cy="1828800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/>
            </a:pPr>
            <a:r>
              <a:t>Abstraction: Abstraction involves exposing only the necessary information to the outside world while hiding the internal details.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743200"/>
            <a:ext cx="2926080" cy="1828800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/>
            </a:pPr>
            <a:r>
              <a:t>Access Modifiers: Core Java provides access modifiers to control access to an object's internal details (public, private, protected, default).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 Exception Handling in Core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TryCatch Block: A trycatch block is used to handle exceptions in Java.</a:t>
            </a:r>
          </a:p>
          <a:p>
            <a:pPr>
              <a:defRPr sz="2400"/>
            </a:pPr>
            <a:r>
              <a:t>Types of Exceptions: Checked and unchecked exceptions are two types of exceptions in Java.</a:t>
            </a:r>
          </a:p>
          <a:p>
            <a:pPr>
              <a:defRPr sz="2400"/>
            </a:pPr>
            <a:r>
              <a:t>Rethrowing Exceptions: Core Java allows rethrowing of checked and unchecked exceptions.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3</cp:revision>
  <dcterms:created xsi:type="dcterms:W3CDTF">2026-03-12T16:55:52Z</dcterms:created>
  <dcterms:modified xsi:type="dcterms:W3CDTF">2026-03-12T16:59:56Z</dcterms:modified>
</cp:coreProperties>
</file>